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 x402 协议与 MCP 架构的</a:t>
            </a:r>
            <a:br/>
            <a:r>
              <a:t>自主经济 AI Agent 设计与实现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Microsoft YaHei"/>
              </a:defRPr>
            </a:pPr>
            <a:r>
              <a:t>Design and Implementation of an Autonomous Economic AI Agent</a:t>
            </a:r>
            <a:br/>
            <a:r>
              <a:t>Based on x402 Protocol and MCP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Microsoft YaHei"/>
              </a:defRPr>
            </a:pPr>
            <a:r>
              <a:t>答辩人：牛稼豪        指导教师：曹毅</a:t>
            </a:r>
            <a:br/>
            <a:r>
              <a:t>学  院：信息科学与工程学院    专  业：人工智能</a:t>
            </a:r>
            <a:br/>
            <a:r>
              <a:t>班  级：智能2201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Microsoft YaHei"/>
              </a:defRPr>
            </a:pPr>
            <a:r>
              <a:t>济南大学  二〇二六年六月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01168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相关技术基础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系统需求分析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01168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系统总体设计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系统详细实现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402336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系统测试与结果分析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23360"/>
            <a:ext cx="2286000" cy="146304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 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0BEC5"/>
                </a:solidFill>
                <a:latin typeface="Microsoft YaHei"/>
              </a:defRPr>
            </a:pPr>
            <a:r>
              <a:t>▎大模型从"文本生成"进化到"自主行动"—— AI Agent 能调工具、跑任务</a:t>
            </a:r>
          </a:p>
          <a:p>
            <a:pPr>
              <a:spcAft>
                <a:spcPts val="1000"/>
              </a:spcAft>
              <a:defRPr sz="1800">
                <a:solidFill>
                  <a:srgbClr val="B0BEC5"/>
                </a:solidFill>
                <a:latin typeface="Microsoft YaHei"/>
              </a:defRPr>
            </a:pPr>
            <a:r>
              <a:t>▎现有付费模式（API Key / 订阅制）是为人设计的，Agent 无法按需付费</a:t>
            </a:r>
          </a:p>
          <a:p>
            <a:pPr>
              <a:spcAft>
                <a:spcPts val="1000"/>
              </a:spcAft>
              <a:defRPr sz="1800">
                <a:solidFill>
                  <a:srgbClr val="B0BEC5"/>
                </a:solidFill>
                <a:latin typeface="Microsoft YaHei"/>
              </a:defRPr>
            </a:pPr>
            <a:r>
              <a:t>▎HTTP 402 状态码长期闲置，x402 协议让它真正落地</a:t>
            </a:r>
          </a:p>
          <a:p>
            <a:pPr>
              <a:spcAft>
                <a:spcPts val="1000"/>
              </a:spcAft>
              <a:defRPr sz="1800">
                <a:solidFill>
                  <a:srgbClr val="B0BEC5"/>
                </a:solidFill>
                <a:latin typeface="Microsoft YaHei"/>
              </a:defRPr>
            </a:pPr>
            <a:r>
              <a:t>▎Agent 调用工具缺乏标准化方式，MCP 协议提供了统一方案</a:t>
            </a:r>
          </a:p>
          <a:p>
            <a:pPr>
              <a:spcAft>
                <a:spcPts val="1000"/>
              </a:spcAft>
              <a:defRPr sz="1800">
                <a:solidFill>
                  <a:srgbClr val="B0BEC5"/>
                </a:solidFill>
                <a:latin typeface="Microsoft YaHei"/>
              </a:defRPr>
            </a:pPr>
            <a:r>
              <a:t>▎远程模型 API 有成本和隐私问题，本地模型（Ollama / MLX）是可选方案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6517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54F"/>
                </a:solidFill>
                <a:latin typeface="Microsoft YaHei"/>
              </a:defRPr>
            </a:pPr>
            <a:r>
              <a:t>如何让 AI Agent</a:t>
            </a:r>
            <a:br/>
            <a:r>
              <a:t>自主发现付费服务</a:t>
            </a:r>
            <a:br/>
            <a:r>
              <a:t>自主评估价格</a:t>
            </a:r>
            <a:br/>
            <a:r>
              <a:t>自主完成支付</a:t>
            </a:r>
            <a:br/>
            <a:r>
              <a:t>自主获取内容</a:t>
            </a:r>
            <a:br/>
            <a:br/>
            <a:r>
              <a:t>—— 构建"机器经济体"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  国内外研究现状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4/20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国外进展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ReAct / Toolformer  → 模型+工具调用范式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x402 (Coinbase)  → HTTP 原生支付协议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b402  → 兼容 x402 的开源 Facilitator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MCP (Anthropic)  → AI 工具调用标准协议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Ollama / MLX  → 本地模型部署工具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国内现状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175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大模型应用以知识库问答、办公自动化为主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Agent 自主支付方向研究较少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机器支付、x402 相关探索尚处早期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  x402 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HTTP 402 Payment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5/20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协议流程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Microsoft YaHei"/>
              </a:defRPr>
            </a:pPr>
            <a:r>
              <a:t>客户端请求资源</a:t>
            </a:r>
            <a:br/>
            <a:r>
              <a:t>       ↓</a:t>
            </a:r>
            <a:br/>
            <a:r>
              <a:t>服务端返回 HTTP 402 + 支付要求</a:t>
            </a:r>
            <a:br/>
            <a:r>
              <a:t>  （金额 / 币种 / 收款地址 / challenge）</a:t>
            </a:r>
            <a:br/>
            <a:r>
              <a:t>       ↓</a:t>
            </a:r>
            <a:br/>
            <a:r>
              <a:t>客户端构造支付签名</a:t>
            </a:r>
            <a:br/>
            <a:r>
              <a:t>       ↓</a:t>
            </a:r>
            <a:br/>
            <a:r>
              <a:t>Facilitator 验证签名 → 链上结算</a:t>
            </a:r>
            <a:br/>
            <a:r>
              <a:t>       ↓</a:t>
            </a:r>
            <a:br/>
            <a:r>
              <a:t>携带凭证重新请求 → 获取内容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核心特点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▎基于 HTTP 原生状态码，无需额外协议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▎Facilitator 负责验证和结算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▎EIP-712 结构化签名保障安全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▎支持 USDC 等稳定币支付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▎按次付费，无需注册和订阅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  MCP 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6/20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Microsoft YaHei"/>
              </a:defRPr>
            </a:pPr>
            <a:r>
              <a:t>MCP 是 Anthropic 推出的 AI 工具调用开放协议</a:t>
            </a:r>
            <a:br/>
            <a:r>
              <a:t>架构：MCP Host（Agent） → MCP Client → MCP Server（工具）</a:t>
            </a:r>
            <a:br/>
            <a:r>
              <a:t>数据层：JSON-RPC 2.0    传输层：stdio / SSE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2560320" cy="25603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http_request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HTTP 请求 &amp; 402 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发送请求，自动识别</a:t>
            </a:r>
            <a:br/>
            <a:r>
              <a:t>402 并解析支付要求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840480"/>
            <a:ext cx="2560320" cy="25603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web3_payment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Web3 支付执行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生成交易凭证</a:t>
            </a:r>
            <a:br/>
            <a:r>
              <a:t>（模拟/真实签名）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2560320" cy="25603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get_wallet_balance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钱包余额查询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查询 ETH / USDC</a:t>
            </a:r>
            <a:br/>
            <a:r>
              <a:t>余额信息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840480"/>
            <a:ext cx="2560320" cy="25603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check_payment_policy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支付策略检查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判断是否自动支付</a:t>
            </a:r>
            <a:br/>
            <a:r>
              <a:t>或需要用户确认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  本地模型部署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Ollama &amp; MLX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7/20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D4"/>
                </a:solidFill>
                <a:latin typeface="Microsoft YaHei"/>
              </a:defRPr>
            </a:pPr>
            <a:r>
              <a:t>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▎一键拉取和运行开源模型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▎提供 OpenAI 兼容 API 接口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▎base_url → localhost:11434/v1/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▎支持 Qwen3-Coder、Gemma 等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▎跨平台，社区资源丰富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D4"/>
                </a:solidFill>
                <a:latin typeface="Microsoft YaHei"/>
              </a:defRPr>
            </a:pPr>
            <a:r>
              <a:t>MLX-LM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▎Apple MLX 框架下的语言模型工具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▎专为 Apple Silicon 优化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▎统一内存 + Metal GPU 加速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▎支持文本生成、量化、微调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▎Mac 上推理效率更高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  系统需求分析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Requirements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8/20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功能需求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① 自然语言任务理解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② MCP 工具发现与调用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③ HTTP 402 检测与支付要求解析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④ 支付决策（自动 / 人工确认）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⑤ 支付执行与凭证重试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⑥ 多模型接入（Claude / Ollama / MLX）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非功能需求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  <a:latin typeface="Microsoft YaHei"/>
              </a:defRPr>
            </a:pPr>
            <a:r>
              <a:t>▎安全性 — 私钥/API Key 不泄露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  <a:latin typeface="Microsoft YaHei"/>
              </a:defRPr>
            </a:pPr>
            <a:r>
              <a:t>▎可扩展 — 模型和支付协议可替换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  <a:latin typeface="Microsoft YaHei"/>
              </a:defRPr>
            </a:pPr>
            <a:r>
              <a:t>▎可测试 — Mock 环境稳定复现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  <a:latin typeface="Microsoft YaHei"/>
              </a:defRPr>
            </a:pPr>
            <a:r>
              <a:t>▎低耦合 — 模型/工具/策略解耦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  典型使用场景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9/20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8E5"/>
                </a:solidFill>
                <a:latin typeface="Microsoft YaHei"/>
              </a:defRPr>
            </a:pPr>
            <a:r>
              <a:t>场景一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小额自动支付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17520"/>
            <a:ext cx="1554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0.5 USDC &lt; 自动额度</a:t>
            </a:r>
            <a:br/>
            <a:r>
              <a:t>Agent 自动完成支付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65176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D4"/>
                </a:solidFill>
                <a:latin typeface="Microsoft YaHei"/>
              </a:defRPr>
            </a:pPr>
            <a:r>
              <a:t>场景二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大额人工确认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3017520"/>
            <a:ext cx="1554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5.0 USDC &gt; 自动额度</a:t>
            </a:r>
            <a:br/>
            <a:r>
              <a:t>用户确认后才执行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A5F5"/>
                </a:solidFill>
                <a:latin typeface="Microsoft YaHei"/>
              </a:defRPr>
            </a:pPr>
            <a:r>
              <a:t>场景三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本地模型驱动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017520"/>
            <a:ext cx="1554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切换 Ollama/MLX</a:t>
            </a:r>
            <a:br/>
            <a:r>
              <a:t>验证工具调用兼容性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265176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54F"/>
                </a:solidFill>
                <a:latin typeface="Microsoft YaHei"/>
              </a:defRPr>
            </a:pPr>
            <a:r>
              <a:t>场景四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真实服务接入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017520"/>
            <a:ext cx="1554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291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对接 x402/b402</a:t>
            </a:r>
            <a:br/>
            <a:r>
              <a:t>扩展验证（加分项）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  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7132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用户交互层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终端 CLI  /  Chainlit Web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04288"/>
            <a:ext cx="9418320" cy="7132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3500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Agent 控制层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5000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会话管理 / 系统提示 / 工具调度 / 支付拦截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145536"/>
            <a:ext cx="9418320" cy="713232"/>
          </a:xfrm>
          <a:prstGeom prst="rect">
            <a:avLst/>
          </a:prstGeom>
          <a:solidFill>
            <a:srgbClr val="266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模型适配层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91256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LLMProvider: Claude API / B.AI / Ollama / MLX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86784"/>
            <a:ext cx="9418320" cy="7132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32504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MCP 工具层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32504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http_request / web3_payment / balance /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828032"/>
            <a:ext cx="9418320" cy="7132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支付策略层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873752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自动额度 / 人工确认 / 预算控制 / 白名单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669280"/>
            <a:ext cx="9418320" cy="7132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715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资源服务层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7150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Mock x402 Flask  /  真实 x402 / b402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Microsoft YaHei"/>
              </a:defRPr>
            </a:pPr>
            <a:r>
              <a:t>↕</a:t>
            </a:r>
            <a:br/>
            <a:r>
              <a:t>解</a:t>
            </a:r>
            <a:br/>
            <a:r>
              <a:t>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  Agent 控制层设计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Agent Control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▎启动时通过 stdio 连接 MCP Server，动态获取工具列表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▎维护 conversation history，生成包含支付策略的系统提示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▎模型返回 tool call → Agent 转发给 MCP Server 执行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▎支付工具调用前拦截：检查金额 → 超额则暂停等用户确认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▎本地模型 fallback：JSON 指令模式兜底不规范的 tool call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▎交互方式：终端 CLI 和 Chainlit Web UI 并行支持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  支付策略与安全设计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Payment Policy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12/20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支付决策流程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收到支付请求</a:t>
            </a:r>
            <a:br/>
            <a:r>
              <a:t>    ↓</a:t>
            </a:r>
            <a:br/>
            <a:r>
              <a:t>金额 ≤ 自动额度（1.0 USDC）？</a:t>
            </a:r>
            <a:br/>
            <a:r>
              <a:t>    ↓              ↓</a:t>
            </a:r>
            <a:br/>
            <a:r>
              <a:t>  是 → 自动批准    否 → 人工确认</a:t>
            </a:r>
            <a:br/>
            <a:r>
              <a:t>    ↓              ↓</a:t>
            </a:r>
            <a:br/>
            <a:r>
              <a:t>执行支付        展示详情 → 等待输入</a:t>
            </a:r>
            <a:br/>
            <a:r>
              <a:t>    ↓              ↓</a:t>
            </a:r>
            <a:br/>
            <a:r>
              <a:t>凭证重试获取内容   yes → 执行 / no → 终止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安全防护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▎私钥和 API Key 仅存环境变量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▎模型无法绕过策略直接触发支付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▎防 prompt injection 工具滥用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▎预留会话预算、服务白名单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▎人工确认展示完整支付信息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▎链上交易不可逆 → 确认机制必要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  Agent 客户端实现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Agent Client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▎主程序 agent-client/agent.py，Python 实现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▎启动：读 .env 配置 → 创建 MCP Client → 连 MCP Server → 获取工具列表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▎循环：用户输入 → 加入 history → 调模型 → 处理 tool call → 输出结果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▎支付拦截逻辑在 Agent 侧，不依赖模型判断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▎Chainlit Web UI：浏览器交互，支持工具调用过程可视化</a:t>
            </a:r>
          </a:p>
          <a:p>
            <a:pPr>
              <a:spcAft>
                <a:spcPts val="1000"/>
              </a:spcAft>
              <a:defRPr sz="1700">
                <a:solidFill>
                  <a:srgbClr val="B0BEC5"/>
                </a:solidFill>
                <a:latin typeface="Microsoft YaHei"/>
              </a:defRPr>
            </a:pPr>
            <a:r>
              <a:t>▎LLMProvider 抽象：chat() / parse_tool_calls() / format_tool_result()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  MCP Server &amp; Mock x402 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Tool Layer &amp; Test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14/20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MCP Server 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▎mcp-server/server.py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▎Python MCP SDK 创建 Server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▎list_tools() 暴露工具定义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▎handle_http_request → 发请求+检测402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▎handle_web3_payment → 模拟支付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▎所有工具返回结构化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Mock x402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▎mock-service/app.py (Flask)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▎三个付费端点：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   文章 0.5 USDC / 图片 0.8 / 视频 5.0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▎无凭证 → 返回 402 + 支付要求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▎有凭证 → 验证通过 → 返回内容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▎提供稳定可控的测试环境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  Chainlit Web UI 交互界面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Web-based Agent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15/20</a:t>
            </a:r>
          </a:p>
        </p:txBody>
      </p:sp>
      <p:pic>
        <p:nvPicPr>
          <p:cNvPr id="6" name="Picture 5" descr="web_chat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858000" cy="4009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45920"/>
            <a:ext cx="3657600" cy="32004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浏览器端交互界面</a:t>
            </a:r>
            <a:br/>
            <a:br/>
            <a:r>
              <a:t>• 显示模型初始化信息</a:t>
            </a:r>
            <a:br/>
            <a:r>
              <a:t>• 工具调用过程可视化</a:t>
            </a:r>
            <a:br/>
            <a:r>
              <a:t>• 支持 Ollama 本地模型</a:t>
            </a:r>
            <a:br/>
            <a:r>
              <a:t>• 实时展示 Agent 推理过程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  功能测试 — HTTP 402 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Payment Wall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16/20</a:t>
            </a:r>
          </a:p>
        </p:txBody>
      </p:sp>
      <p:pic>
        <p:nvPicPr>
          <p:cNvPr id="6" name="Picture 5" descr="web_chat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858000" cy="44462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45920"/>
            <a:ext cx="365760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Agent 访问付费资源</a:t>
            </a:r>
            <a:br/>
            <a:br/>
            <a:r>
              <a:t>• 调用 http_request 工具</a:t>
            </a:r>
            <a:br/>
            <a:r>
              <a:t>• 检测到 HTTP 402 状态码</a:t>
            </a:r>
            <a:br/>
            <a:r>
              <a:t>• 解析支付要求：</a:t>
            </a:r>
            <a:br/>
            <a:r>
              <a:t>  - 金额: 0.5 USDC</a:t>
            </a:r>
            <a:br/>
            <a:r>
              <a:t>  - 收款地址</a:t>
            </a:r>
            <a:br/>
            <a:r>
              <a:t>  - Challenge 数据</a:t>
            </a:r>
            <a:br/>
            <a:r>
              <a:t>• 自动进入支付决策流程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  功能测试 — 支付执行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Payment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17/20</a:t>
            </a:r>
          </a:p>
        </p:txBody>
      </p:sp>
      <p:pic>
        <p:nvPicPr>
          <p:cNvPr id="6" name="Picture 5" descr="web_chat4_exec_pay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21105"/>
            <a:ext cx="4521835" cy="55454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45920"/>
            <a:ext cx="3657600" cy="41148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自动支付执行</a:t>
            </a:r>
            <a:br/>
            <a:br/>
            <a:r>
              <a:t>• check_payment_policy</a:t>
            </a:r>
            <a:br/>
            <a:r>
              <a:t>  → auto_approve</a:t>
            </a:r>
            <a:br/>
            <a:r>
              <a:t>• web3_payment 生成凭证</a:t>
            </a:r>
            <a:br/>
            <a:r>
              <a:t>  → 模拟交易哈希</a:t>
            </a:r>
            <a:br/>
            <a:r>
              <a:t>• 0.5 USDC &lt; 自动额度 1.0</a:t>
            </a:r>
            <a:br/>
            <a:r>
              <a:t>• 无需用户干预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  功能测试 — 付费内容获取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Content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18/20</a:t>
            </a:r>
          </a:p>
        </p:txBody>
      </p:sp>
      <p:pic>
        <p:nvPicPr>
          <p:cNvPr id="6" name="Picture 5" descr="web_chat5_resource_sh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316990"/>
            <a:ext cx="4399280" cy="53771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45920"/>
            <a:ext cx="3657600" cy="36576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内容成功获取</a:t>
            </a:r>
            <a:br/>
            <a:br/>
            <a:r>
              <a:t>• 携带支付凭证重新请求</a:t>
            </a:r>
            <a:br/>
            <a:r>
              <a:t>• Mock 服务验证通过</a:t>
            </a:r>
            <a:br/>
            <a:r>
              <a:t>• 返回文章完整内容</a:t>
            </a:r>
            <a:br/>
            <a:r>
              <a:t>• 完成 402 → 支付 → 获取</a:t>
            </a:r>
            <a:br/>
            <a:r>
              <a:t>  全流程闭环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  本地模型测试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Local Model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19/20</a:t>
            </a:r>
          </a:p>
        </p:txBody>
      </p:sp>
      <p:pic>
        <p:nvPicPr>
          <p:cNvPr id="6" name="Picture 5" descr="terminal_mockx402_part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085"/>
            <a:ext cx="6619240" cy="56381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45920"/>
            <a:ext cx="36576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终端模式 + Ollama</a:t>
            </a:r>
            <a:br/>
            <a:br/>
            <a:r>
              <a:t>• Qwen3-Coder-30B (4bit)</a:t>
            </a:r>
            <a:br/>
            <a:r>
              <a:t>• Gemma 系列模型</a:t>
            </a:r>
            <a:br/>
            <a:r>
              <a:t>• OpenAI 兼容 API 接入</a:t>
            </a:r>
            <a:br/>
            <a:br/>
            <a:r>
              <a:t>测试结果：</a:t>
            </a:r>
            <a:br/>
            <a:r>
              <a:t>• 工具调用基本可用</a:t>
            </a:r>
            <a:br/>
            <a:r>
              <a:t>• 部分场景需 JSON 兜底</a:t>
            </a:r>
            <a:br/>
            <a:r>
              <a:t>• 延迟高于云端 API</a:t>
            </a:r>
            <a:br/>
            <a:r>
              <a:t>• 成本为零 + 隐私保护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909C"/>
                </a:solidFill>
                <a:latin typeface="Microsoft YaHei"/>
              </a:defRPr>
            </a:pPr>
            <a:r>
              <a:t>20/20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本文工作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✓ 完成 x402 + MCP 自主经济 Agent 原型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✓ 实现 402检测→策略→支付→获取 闭环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✓ 支持终端 + Chainlit Web UI 交互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✓ 接入 Ollama 本地模型并验证可行性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✓ Mock 环境下多场景测试通过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0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Microsoft YaHei"/>
              </a:defRPr>
            </a:pPr>
            <a:r>
              <a:t>后续展望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10972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→ 接入真实 x402/b402 链上支付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→ EIP-712 签名 + Facilitator 结算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→ 会话级预算管理和审计日志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→ 更多本地模型适配与优化</a:t>
            </a:r>
          </a:p>
          <a:p>
            <a:pPr>
              <a:spcAft>
                <a:spcPts val="1000"/>
              </a:spcAft>
              <a:defRPr sz="1500">
                <a:solidFill>
                  <a:srgbClr val="B0BEC5"/>
                </a:solidFill>
                <a:latin typeface="Microsoft YaHei"/>
              </a:defRPr>
            </a:pPr>
            <a:r>
              <a:t>→ 多链多币种支持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感谢各位老师的指导与评审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EC5"/>
                </a:solidFill>
                <a:latin typeface="Microsoft YaHei"/>
              </a:defRPr>
            </a:pPr>
            <a:r>
              <a:t>敬请批评指正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答辩人：牛稼豪    指导教师：曹毅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4483</Words>
  <Application>WPS 文字</Application>
  <PresentationFormat>On-screen Show (4:3)</PresentationFormat>
  <Paragraphs>371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Arial</vt:lpstr>
      <vt:lpstr>Microsoft YaHei</vt:lpstr>
      <vt:lpstr>汉仪旗黑</vt:lpstr>
      <vt:lpstr>Calibri</vt:lpstr>
      <vt:lpstr>Helvetica Neue</vt:lpstr>
      <vt:lpstr>SimSun</vt:lpstr>
      <vt:lpstr>宋体-简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给你俩窝窝</cp:lastModifiedBy>
  <cp:revision>3</cp:revision>
  <dcterms:created xsi:type="dcterms:W3CDTF">2026-06-06T00:54:51Z</dcterms:created>
  <dcterms:modified xsi:type="dcterms:W3CDTF">2026-06-06T00:54:51Z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DA8616D85C84301BF588226A73B701B3_42</vt:lpwstr>
  </property>
  <property fmtid="{D5CDD505-2E9C-101B-9397-08002B2CF9AE}" pid="3" name="KSOProductBuildVer">
    <vt:lpwstr>2052-12.1.25897.25897</vt:lpwstr>
  </property>
</Properties>
</file>